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Georgia"/>
              </a:rPr>
              <a:t>QuickNotes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D1D5DB"/>
                </a:solidFill>
                <a:latin typeface="Georgia"/>
              </a:rPr>
              <a:t>Write it down. Find it later. Nothing else in the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Product overview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Georgia"/>
              </a:rPr>
              <a:t>Notes apps got heavy.</a:t>
            </a:r>
          </a:p>
          <a:p>
            <a:r>
              <a:rPr sz="4400" b="1">
                <a:solidFill>
                  <a:srgbClr val="111827"/>
                </a:solidFill>
                <a:latin typeface="Georgia"/>
              </a:rPr>
              <a:t>Most thoughts need a place to land in under three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B7280"/>
                </a:solidFill>
                <a:latin typeface="Arial"/>
              </a:rPr>
              <a:t>QuickNotes strips it back to capture, organize, and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Arial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Georgia"/>
              </a:rPr>
              <a:t>Nine features, zero clutter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Sign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Google or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01168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01168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Autosave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700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Saves as you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201168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201168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Pin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700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Keep key notes on 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2044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788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Clear without deleting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52044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52044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Tags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1788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Group and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352044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352044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1788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Instant, across all notes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2920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12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Dark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87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Day and night themes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502920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502920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5212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Responsive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687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Desktop, tablet, phone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5029200"/>
            <a:ext cx="3383280" cy="1280160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502920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5212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Georgia"/>
              </a:rPr>
              <a:t>Private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687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Only you see your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Georgia"/>
              </a:rPr>
              <a:t>From open to saved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828800" cy="1188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Open app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06039" y="3401568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2926080"/>
            <a:ext cx="1828800" cy="1188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Signed in?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3401568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2926080"/>
            <a:ext cx="1828800" cy="1188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Load notes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78040" y="3401568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2926080"/>
            <a:ext cx="1828800" cy="1188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64040" y="3401568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2926080"/>
            <a:ext cx="1828800" cy="1188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Auto-saved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Arial"/>
              </a:rPr>
              <a:t>No → sign-in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Arial"/>
              </a:rPr>
              <a:t>Every edit starts a short timer. When you pause, the note goes to the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Arial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Plain tools,</a:t>
            </a:r>
          </a:p>
          <a:p>
            <a:r>
              <a:rPr sz="4000" b="1">
                <a:solidFill>
                  <a:srgbClr val="FFFFFF"/>
                </a:solidFill>
                <a:latin typeface="Georgia"/>
              </a:rPr>
              <a:t>on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1D5DB"/>
                </a:solidFill>
                <a:latin typeface="Arial"/>
              </a:rPr>
              <a:t>No framework. No build step. Seven small JavaScript files anyone can 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Georgia"/>
              </a:rPr>
              <a:t>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1704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B7280"/>
                </a:solidFill>
                <a:latin typeface="Arial"/>
              </a:rPr>
              <a:t>Page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874519"/>
            <a:ext cx="6035040" cy="18288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Georgia"/>
              </a:rPr>
              <a:t>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762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B7280"/>
                </a:solidFill>
                <a:latin typeface="Arial"/>
              </a:rPr>
              <a:t>Styling, via CDN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880360"/>
            <a:ext cx="6035040" cy="18288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Georgia"/>
              </a:rPr>
              <a:t>Vanilla 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1821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B7280"/>
                </a:solidFill>
                <a:latin typeface="Arial"/>
              </a:rPr>
              <a:t>All app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886200"/>
            <a:ext cx="6035040" cy="18288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Georgia"/>
              </a:rPr>
              <a:t>Firebase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879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B7280"/>
                </a:solidFill>
                <a:latin typeface="Arial"/>
              </a:rPr>
              <a:t>Sign-in and accounts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892040"/>
            <a:ext cx="6035040" cy="18288"/>
          </a:xfrm>
          <a:prstGeom prst="rect">
            <a:avLst/>
          </a:prstGeom>
          <a:solidFill>
            <a:srgbClr val="EF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11827"/>
                </a:solidFill>
                <a:latin typeface="Georgia"/>
              </a:rPr>
              <a:t>Cloud Firestore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1937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B7280"/>
                </a:solidFill>
                <a:latin typeface="Arial"/>
              </a:rPr>
              <a:t>Notes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rial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11827"/>
                </a:solidFill>
                <a:latin typeface="Georgia"/>
              </a:rPr>
              <a:t>“Your notes are yours.</a:t>
            </a:r>
          </a:p>
          <a:p>
            <a:r>
              <a:rPr sz="4800" b="1">
                <a:solidFill>
                  <a:srgbClr val="111827"/>
                </a:solidFill>
                <a:latin typeface="Georgia"/>
              </a:rPr>
              <a:t>The database enforces it.”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Arial"/>
              </a:rPr>
              <a:t>01</a:t>
            </a:r>
          </a:p>
          <a:p>
            <a:r>
              <a:rPr sz="1600" b="0">
                <a:solidFill>
                  <a:srgbClr val="111827"/>
                </a:solidFill>
                <a:latin typeface="Arial"/>
              </a:rPr>
              <a:t>Signed-out users can't read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8463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Arial"/>
              </a:rPr>
              <a:t>02</a:t>
            </a:r>
          </a:p>
          <a:p>
            <a:r>
              <a:rPr sz="1600" b="0">
                <a:solidFill>
                  <a:srgbClr val="111827"/>
                </a:solidFill>
                <a:latin typeface="Arial"/>
              </a:rPr>
              <a:t>Users only touch their own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8463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Arial"/>
              </a:rPr>
              <a:t>03</a:t>
            </a:r>
          </a:p>
          <a:p>
            <a:r>
              <a:rPr sz="1600" b="0">
                <a:solidFill>
                  <a:srgbClr val="111827"/>
                </a:solidFill>
                <a:latin typeface="Arial"/>
              </a:rPr>
              <a:t>Only the owner can create a note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Arial"/>
              </a:rPr>
              <a:t>PROJECT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Georgia"/>
              </a:rPr>
              <a:t>One job per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9E0B"/>
                </a:solidFill>
                <a:latin typeface="Consolas"/>
              </a:rPr>
              <a:t>auth.js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13969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827"/>
                </a:solidFill>
                <a:latin typeface="Arial"/>
              </a:rPr>
              <a:t>Sign in, sign up, 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9E0B"/>
                </a:solidFill>
                <a:latin typeface="Consolas"/>
              </a:rPr>
              <a:t>firestore.js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13969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827"/>
                </a:solidFill>
                <a:latin typeface="Arial"/>
              </a:rPr>
              <a:t>Read and write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9E0B"/>
                </a:solidFill>
                <a:latin typeface="Consolas"/>
              </a:rPr>
              <a:t>notes.js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6557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827"/>
                </a:solidFill>
                <a:latin typeface="Arial"/>
              </a:rPr>
              <a:t>Filter, search, autosave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9E0B"/>
                </a:solidFill>
                <a:latin typeface="Consolas"/>
              </a:rPr>
              <a:t>ui.js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46557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827"/>
                </a:solidFill>
                <a:latin typeface="Arial"/>
              </a:rPr>
              <a:t>Draw lists, tags,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9E0B"/>
                </a:solidFill>
                <a:latin typeface="Consolas"/>
              </a:rPr>
              <a:t>theme.js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791455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827"/>
                </a:solidFill>
                <a:latin typeface="Arial"/>
              </a:rPr>
              <a:t>Day / night toggle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7548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9E0B"/>
                </a:solidFill>
                <a:latin typeface="Consolas"/>
              </a:rPr>
              <a:t>app.js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791455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827"/>
                </a:solidFill>
                <a:latin typeface="Arial"/>
              </a:rPr>
              <a:t>Startup and wiring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Georgia"/>
              </a:rPr>
              <a:t>Try it in 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D1D5DB"/>
                </a:solidFill>
                <a:latin typeface="Arial"/>
              </a:rPr>
              <a:t>1. Add your Firebase config</a:t>
            </a:r>
          </a:p>
          <a:p>
            <a:r>
              <a:rPr sz="2400" b="0">
                <a:solidFill>
                  <a:srgbClr val="D1D5DB"/>
                </a:solidFill>
                <a:latin typeface="Arial"/>
              </a:rPr>
              <a:t>2. Run  npx serve .</a:t>
            </a:r>
          </a:p>
          <a:p>
            <a:r>
              <a:rPr sz="2400" b="0">
                <a:solidFill>
                  <a:srgbClr val="D1D5DB"/>
                </a:solidFill>
                <a:latin typeface="Arial"/>
              </a:rPr>
              <a:t>3. Open localhost:3000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69280"/>
            <a:ext cx="2286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